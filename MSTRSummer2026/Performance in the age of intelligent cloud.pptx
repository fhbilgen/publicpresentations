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5BCA-D2BA-F314-F4B4-5170AEE37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1877F-282B-C399-3D88-9347905D3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DE485-11C4-322B-0F4F-9CB4D767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B1AC-8EB8-2411-D810-4DB73F47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1B0B8-5732-162B-D76E-E2B04BFA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2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F61E-4153-8C58-8B15-639084F4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0ED1-71FA-E25C-1817-C2FD12D3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6F11E-D4B5-DB5A-865F-CD5BDBC6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E3AF-0B75-AECF-F13F-1446FB3B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3C035-7C35-5E4C-F7C3-6C18998C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2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7005-624D-EF46-503B-11611725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12DB0-D503-DFF8-9D70-2EE1A7BB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7B8E-34EC-A520-4E4B-CA2BA8D6F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4AC6F-5500-BBD5-ECF3-3858C1FE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EAF3-7A6B-6714-1E45-160F70BF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7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F83A-0C0E-F9EE-B6C8-C8FC81E5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C535-3A32-2D4A-124E-05C5C6953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2C16C-9AFB-B5FF-8ED3-742B95848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5B84F-3A63-F881-2C18-F817D338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D95F0-B77C-A6A2-CB38-14764F00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736D-3FC2-C5FC-5C87-B823EF00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8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1BB2-92D2-480D-BF62-2FD641CB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56DAA-0AC4-6C2C-87FF-4CC41BDEF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FEE3D-6329-2C27-68AB-99635F5D1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3F5F9-B9F4-CC70-7A98-1A1448A6F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FF37E-7101-CDD7-C91E-706DDBD87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1BC45-9F08-8042-4774-74406886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E5F0D-0F4C-8A5F-C13F-2718DA24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54233-ADD7-11FA-9221-38F6C021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1786-46F0-6BBE-E6B9-3AC08529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D7829-BB9A-FAE3-F390-972B8C78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E81B8-77EA-8435-1B20-CDF127A3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CCB46-F635-95AB-1FB6-A8CB2098E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3400A-0E73-896F-C0D1-79FCC6C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1E240-CEA2-88EF-2320-AD594062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81075-DC5A-54FE-4F45-1685E0FA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1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ECA8-B7E4-AC5B-C0FA-851550AA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B40E-B558-FEB9-2C9E-21BC84CF1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4B7B1-8A23-A48D-A54A-2689B3DCF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820A0-671E-D042-D9A8-26A677E5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C2696-4122-185E-4B61-1A7504B9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50B9F-86B2-45A1-EEB0-3290D159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4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8EAA-7E01-E561-E248-6490E0B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05F3B-9FBD-3F09-FB9D-D42F055A0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F6CF5-C610-C8D4-9A93-B3984FF53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199BF-234A-11B7-59DA-770E07A3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D701F-E4DD-0B96-6636-F17191A1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581C3-02CB-E2AD-1C46-E38811AB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1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8B0E-E528-1965-67FA-7640FC33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CF67D-7ACF-8057-7DAD-B22C9F6D3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A931-F898-962E-460D-BD10287B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1F4AD-821B-7114-5ED4-C3044555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D38F-F8C8-6969-E915-89BFF85A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7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D3B-9B06-2A20-F816-C07E97F78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AE878-E7E2-EFE2-AD3A-196185DAB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BF002-06D9-0A72-DA7B-6C47436D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BDCD0-541C-EFF2-F50F-C028DFEF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FA6A-2078-EA66-71FA-6FF51320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5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AECC2-3D7C-79E5-98B3-D9F71E010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32922-4612-017E-AA5E-E37609CD9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FDB94-EED0-FEAF-2694-D3C2375A4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A4DAB-E13E-49A7-8D75-498C4162B6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642ED-2435-D06D-13BD-F7788DA08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03E81-E585-1023-A397-9E5910F03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FFC77-9A70-4BCE-AB81-DD772E4B3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kb@microsoft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9DDC-CEDA-6C58-3501-74D2501D9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Performance in the age of intelligent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BE2AB-2AD5-3A9A-4F25-4F7773E3C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dirty="0"/>
              <a:t>Faik Hakan Bilgen, </a:t>
            </a:r>
            <a:r>
              <a:rPr lang="en-US" dirty="0">
                <a:hlinkClick r:id="rId2"/>
              </a:rPr>
              <a:t>faikb@microsoft.com</a:t>
            </a:r>
            <a:endParaRPr lang="en-US" dirty="0"/>
          </a:p>
          <a:p>
            <a:r>
              <a:rPr lang="en-US" dirty="0"/>
              <a:t>Senior Cloud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174846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Performance in the age of intelligent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Hakan Bilgen</dc:creator>
  <cp:lastModifiedBy>Faik Hakan Bilgen</cp:lastModifiedBy>
  <cp:revision>1</cp:revision>
  <dcterms:created xsi:type="dcterms:W3CDTF">2026-07-09T07:25:28Z</dcterms:created>
  <dcterms:modified xsi:type="dcterms:W3CDTF">2026-07-09T07:27:48Z</dcterms:modified>
</cp:coreProperties>
</file>